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Airtable SA Cowork Toolkit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8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memory, and automation for the Services team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We're Solving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solidFill>
            <a:srgbClr val="FFF9E6"/>
          </a:solidFill>
          <a:ln w="25400">
            <a:solidFill>
              <a:srgbClr val="FFE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the toolkit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every session from scratch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Recreating deliverable formats repeatedly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carry context between sessions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end-of-day status tracking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solidFill>
            <a:srgbClr val="E3F2FD"/>
          </a:solidFill>
          <a:ln w="25400">
            <a:solidFill>
              <a:srgbClr val="2D7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7F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the toolkit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20116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knows your active projects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follow team standards automatically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pick up where you left off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reviews write themselves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Building Blocks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914400" cy="914400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templates that tell Cowork HOW to do SA work — structure, quality standards, brand theming. 26 skills covering deliverables, design, and automation.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20440" y="1371600"/>
            <a:ext cx="914400" cy="914400"/>
          </a:xfrm>
          <a:prstGeom prst="ellipse">
            <a:avLst/>
          </a:prstGeom>
          <a:solidFill>
            <a:srgbClr val="18BFFF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VAULT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20440" y="24688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Cowork's memory. An Obsidian folder that stores projects, decisions, and session history. Every session starts warm, not cold.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371600"/>
            <a:ext cx="914400" cy="914400"/>
          </a:xfrm>
          <a:prstGeom prst="ellipse">
            <a:avLst/>
          </a:prstGeom>
          <a:solidFill>
            <a:srgbClr val="FCB40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configuration file that tells Cowork WHEN to use each skill. Without it, skills fire 50%. With it, 90%+.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Deliverable Skills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skills turn raw input — call transcripts, meeting notes, base schemas — into polished, branded documents ready for customer delivery. You provide the content, the skill handles the formatting, structure, and quality.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0" y="1371600"/>
            <a:ext cx="3931920" cy="62179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1371600"/>
            <a:ext cx="73152" cy="621792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F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workflow-doc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workflow from discovery notes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210312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2103120"/>
            <a:ext cx="73152" cy="621792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F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technical-design-doc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docs for completed builds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834640"/>
            <a:ext cx="3931920" cy="62179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834640"/>
            <a:ext cx="73152" cy="621792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F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training-guide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training from screen recordings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56616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566160"/>
            <a:ext cx="73152" cy="621792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F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health-check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for any base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4297680"/>
            <a:ext cx="3931920" cy="621792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4297680"/>
            <a:ext cx="73152" cy="621792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F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deliverable-qa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before sending to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Advisory &amp; Scenario Skills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skills work alongside you during active design sessions — not as document generators, but as expert reviewers and co-designers.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4114800" cy="105156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F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airtable-design-advisor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5786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schema scale?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2103120"/>
            <a:ext cx="4114800" cy="105156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F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automation-architect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25786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automations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4114800" cy="105156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F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ai-prompt-builder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216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AI prompt for this step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246120"/>
            <a:ext cx="4114800" cy="105156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F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customer-scenario-generator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7216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realistic demo scenario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Productivity Skills: Automated Review System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system is the highest-leverage feature. Cowork sweeps your Slack, Gmail, Calendar, and vault at end of day, then writes a structured summary of what you accomplished. Weekly and monthly reviews aggregate from daily ones.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2560320"/>
            <a:ext cx="1481328" cy="685800"/>
          </a:xfrm>
          <a:prstGeom prst="rect">
            <a:avLst/>
          </a:prstGeom>
          <a:solidFill>
            <a:srgbClr val="2D7FF9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72491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26974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377440" y="2560320"/>
            <a:ext cx="1481328" cy="685800"/>
          </a:xfrm>
          <a:prstGeom prst="rect">
            <a:avLst/>
          </a:prstGeom>
          <a:solidFill>
            <a:srgbClr val="18BFFF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272491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86200" y="26974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60520" y="2560320"/>
            <a:ext cx="1481328" cy="685800"/>
          </a:xfrm>
          <a:prstGeom prst="rect">
            <a:avLst/>
          </a:prstGeom>
          <a:solidFill>
            <a:srgbClr val="18B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272491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26974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0" y="2560320"/>
            <a:ext cx="1481328" cy="685800"/>
          </a:xfrm>
          <a:prstGeom prst="rect">
            <a:avLst/>
          </a:prstGeom>
          <a:solidFill>
            <a:srgbClr val="18B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272491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52360" y="26974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26680" y="2560320"/>
            <a:ext cx="1481328" cy="685800"/>
          </a:xfrm>
          <a:prstGeom prst="rect">
            <a:avLst/>
          </a:prstGeom>
          <a:solidFill>
            <a:srgbClr val="18B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272491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skills: engagement-orchestrator, session-wrapup, learning-loop, schedule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Vault: Why Memory Matters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end a Cowork session, context disappears. The vault fixes this. It's a folder on your computer that Cowork reads at session start and writes to at session end. After a week, Cowork knows your active projects, your recent decisions, and what's next — without re-explaining anything.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/00 Inbox — Quick capture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0" y="1984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/01 Projects — Session logs per 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24140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/02 Clients — Relationship 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28437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/03 Daily — Auto-generated daily notes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/04 Decisions — Searchable decision records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/05 Cowork — AI bootstrap files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4133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/06 Reviews — Automated review outputs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45628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/07 Artifacts — Customer deliverables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 Session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starts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66420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reads _context.md (knows your projects)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502920" cy="502920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671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1396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provide 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414016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Transcript, schema, question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71216"/>
            <a:ext cx="502920" cy="502920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169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889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 skill fires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163824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workflow-doc, design-advisor, etc.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621024"/>
            <a:ext cx="502920" cy="502920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6674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639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review output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91363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check, iterate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370832"/>
            <a:ext cx="502920" cy="502920"/>
          </a:xfrm>
          <a:prstGeom prst="ellipse">
            <a:avLst/>
          </a:prstGeom>
          <a:solidFill>
            <a:srgbClr val="2D7FF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165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389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ends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466344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updates automatically (project log, daily note, context)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1371600"/>
            <a:ext cx="4114800" cy="329184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7F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Flow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965960"/>
            <a:ext cx="3749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context from vault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input to right skill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skill with context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output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changes to vault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CLAUDE.md Routing Table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have descriptions, but descriptions alone aren't enough. The routing table is a cheat sheet that tells Cowork exactly when to use each skill — and when NOT to.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3931920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258568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"workflow" during design conversation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2194560"/>
            <a:ext cx="393192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2258568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7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interactive (no skill fires)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44368"/>
            <a:ext cx="3931920" cy="594360"/>
          </a:xfrm>
          <a:prstGeom prst="rect">
            <a:avLst/>
          </a:prstGeom>
          <a:solidFill>
            <a:srgbClr val="FCE4E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008376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the workflow doc"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944368"/>
            <a:ext cx="393192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3008376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7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workflow-doc skill fires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3931920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58184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"Wrap up" at end of session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694176"/>
            <a:ext cx="393192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758184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7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session-wrapup fires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43984"/>
            <a:ext cx="3931920" cy="594360"/>
          </a:xfrm>
          <a:prstGeom prst="rect">
            <a:avLst/>
          </a:prstGeom>
          <a:solidFill>
            <a:srgbClr val="FCE4E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507992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"Wrap up this discussion"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4443984"/>
            <a:ext cx="393192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4507992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7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skill fires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44752"/>
            <a:ext cx="493776" cy="493776"/>
          </a:xfrm>
          <a:prstGeom prst="ellipse">
            <a:avLst/>
          </a:prstGeom>
          <a:solidFill>
            <a:srgbClr val="18B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81328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2646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Claude Desktop + Obsidian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556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94560"/>
            <a:ext cx="493776" cy="493776"/>
          </a:xfrm>
          <a:prstGeom prst="ellipse">
            <a:avLst/>
          </a:prstGeom>
          <a:solidFill>
            <a:srgbClr val="18B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31136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1762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 the vault scaffold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5054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71216"/>
            <a:ext cx="82296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44368"/>
            <a:ext cx="493776" cy="493776"/>
          </a:xfrm>
          <a:prstGeom prst="ellipse">
            <a:avLst/>
          </a:prstGeom>
          <a:solidFill>
            <a:srgbClr val="18B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80944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926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the skills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2552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2102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694176"/>
            <a:ext cx="493776" cy="493776"/>
          </a:xfrm>
          <a:prstGeom prst="ellipse">
            <a:avLst/>
          </a:prstGeom>
          <a:solidFill>
            <a:srgbClr val="18B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30752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6758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CLAUDE.md routing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40050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70832"/>
            <a:ext cx="82296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443984"/>
            <a:ext cx="493776" cy="493776"/>
          </a:xfrm>
          <a:prstGeom prst="ellipse">
            <a:avLst/>
          </a:prstGeom>
          <a:solidFill>
            <a:srgbClr val="18B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8056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4256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your first session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47548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5120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walkthrough in ONBOARDING.md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27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7F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 Marketplace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38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install via Cowork marketplace (working with Webster)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70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7F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Library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81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schema templates from real engagements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CE4E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7F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Cross-Team Contribution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24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where anyone adds skills or lessons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github.com/airtable-sa/cowork-toolkit • ONBOARDING.md • #cowork-sa-toolkit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Airtable SA Cowork Toolkit Overview</dc:title>
  <dc:subject>PptxGenJS Presentation</dc:subject>
  <dc:creator>Darryl Lardizabal</dc:creator>
  <cp:lastModifiedBy>Darryl Lardizabal</cp:lastModifiedBy>
  <cp:revision>1</cp:revision>
  <dcterms:created xsi:type="dcterms:W3CDTF">2026-03-24T20:12:38Z</dcterms:created>
  <dcterms:modified xsi:type="dcterms:W3CDTF">2026-03-24T20:12:38Z</dcterms:modified>
</cp:coreProperties>
</file>